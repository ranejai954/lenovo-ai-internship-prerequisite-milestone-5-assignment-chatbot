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43" r:id="rId1"/>
  </p:sldMasterIdLst>
  <p:sldIdLst>
    <p:sldId id="256" r:id="rId2"/>
    <p:sldId id="273"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AC726F2-584F-432C-827A-8C05F869ED31}" type="datetimeFigureOut">
              <a:rPr lang="en-IN" smtClean="0"/>
              <a:t>13-05-2026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87FA2F-07CE-45D6-B8D6-C786C9818427}" type="slidenum">
              <a:rPr lang="en-IN" smtClean="0"/>
              <a:t>‹#›</a:t>
            </a:fld>
            <a:endParaRPr lang="en-IN"/>
          </a:p>
        </p:txBody>
      </p:sp>
    </p:spTree>
    <p:extLst>
      <p:ext uri="{BB962C8B-B14F-4D97-AF65-F5344CB8AC3E}">
        <p14:creationId xmlns:p14="http://schemas.microsoft.com/office/powerpoint/2010/main" val="2953475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C726F2-584F-432C-827A-8C05F869ED31}" type="datetimeFigureOut">
              <a:rPr lang="en-IN" smtClean="0"/>
              <a:t>13-05-2026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87FA2F-07CE-45D6-B8D6-C786C9818427}" type="slidenum">
              <a:rPr lang="en-IN" smtClean="0"/>
              <a:t>‹#›</a:t>
            </a:fld>
            <a:endParaRPr lang="en-IN"/>
          </a:p>
        </p:txBody>
      </p:sp>
    </p:spTree>
    <p:extLst>
      <p:ext uri="{BB962C8B-B14F-4D97-AF65-F5344CB8AC3E}">
        <p14:creationId xmlns:p14="http://schemas.microsoft.com/office/powerpoint/2010/main" val="30053745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C726F2-584F-432C-827A-8C05F869ED31}" type="datetimeFigureOut">
              <a:rPr lang="en-IN" smtClean="0"/>
              <a:t>13-05-2026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87FA2F-07CE-45D6-B8D6-C786C9818427}" type="slidenum">
              <a:rPr lang="en-IN" smtClean="0"/>
              <a:t>‹#›</a:t>
            </a:fld>
            <a:endParaRPr lang="en-IN"/>
          </a:p>
        </p:txBody>
      </p:sp>
    </p:spTree>
    <p:extLst>
      <p:ext uri="{BB962C8B-B14F-4D97-AF65-F5344CB8AC3E}">
        <p14:creationId xmlns:p14="http://schemas.microsoft.com/office/powerpoint/2010/main" val="25199150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AC726F2-584F-432C-827A-8C05F869ED31}" type="datetimeFigureOut">
              <a:rPr lang="en-IN" smtClean="0"/>
              <a:t>13-05-2026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687FA2F-07CE-45D6-B8D6-C786C9818427}" type="slidenum">
              <a:rPr lang="en-IN" smtClean="0"/>
              <a:t>‹#›</a:t>
            </a:fld>
            <a:endParaRPr lang="en-IN"/>
          </a:p>
        </p:txBody>
      </p:sp>
    </p:spTree>
    <p:extLst>
      <p:ext uri="{BB962C8B-B14F-4D97-AF65-F5344CB8AC3E}">
        <p14:creationId xmlns:p14="http://schemas.microsoft.com/office/powerpoint/2010/main" val="34699619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AC726F2-584F-432C-827A-8C05F869ED31}" type="datetimeFigureOut">
              <a:rPr lang="en-IN" smtClean="0"/>
              <a:t>13-05-2026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687FA2F-07CE-45D6-B8D6-C786C9818427}" type="slidenum">
              <a:rPr lang="en-IN" smtClean="0"/>
              <a:t>‹#›</a:t>
            </a:fld>
            <a:endParaRPr lang="en-IN"/>
          </a:p>
        </p:txBody>
      </p:sp>
    </p:spTree>
    <p:extLst>
      <p:ext uri="{BB962C8B-B14F-4D97-AF65-F5344CB8AC3E}">
        <p14:creationId xmlns:p14="http://schemas.microsoft.com/office/powerpoint/2010/main" val="290013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FAC726F2-584F-432C-827A-8C05F869ED31}" type="datetimeFigureOut">
              <a:rPr lang="en-IN" smtClean="0"/>
              <a:t>13-05-2026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7687FA2F-07CE-45D6-B8D6-C786C9818427}" type="slidenum">
              <a:rPr lang="en-IN" smtClean="0"/>
              <a:t>‹#›</a:t>
            </a:fld>
            <a:endParaRPr lang="en-IN"/>
          </a:p>
        </p:txBody>
      </p:sp>
    </p:spTree>
    <p:extLst>
      <p:ext uri="{BB962C8B-B14F-4D97-AF65-F5344CB8AC3E}">
        <p14:creationId xmlns:p14="http://schemas.microsoft.com/office/powerpoint/2010/main" val="4818558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FAC726F2-584F-432C-827A-8C05F869ED31}" type="datetimeFigureOut">
              <a:rPr lang="en-IN" smtClean="0"/>
              <a:t>13-05-2026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7687FA2F-07CE-45D6-B8D6-C786C9818427}" type="slidenum">
              <a:rPr lang="en-IN" smtClean="0"/>
              <a:t>‹#›</a:t>
            </a:fld>
            <a:endParaRPr lang="en-IN"/>
          </a:p>
        </p:txBody>
      </p:sp>
    </p:spTree>
    <p:extLst>
      <p:ext uri="{BB962C8B-B14F-4D97-AF65-F5344CB8AC3E}">
        <p14:creationId xmlns:p14="http://schemas.microsoft.com/office/powerpoint/2010/main" val="2911573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FAC726F2-584F-432C-827A-8C05F869ED31}" type="datetimeFigureOut">
              <a:rPr lang="en-IN" smtClean="0"/>
              <a:t>13-05-2026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7687FA2F-07CE-45D6-B8D6-C786C9818427}" type="slidenum">
              <a:rPr lang="en-IN" smtClean="0"/>
              <a:t>‹#›</a:t>
            </a:fld>
            <a:endParaRPr lang="en-IN"/>
          </a:p>
        </p:txBody>
      </p:sp>
    </p:spTree>
    <p:extLst>
      <p:ext uri="{BB962C8B-B14F-4D97-AF65-F5344CB8AC3E}">
        <p14:creationId xmlns:p14="http://schemas.microsoft.com/office/powerpoint/2010/main" val="24535495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AC726F2-584F-432C-827A-8C05F869ED31}" type="datetimeFigureOut">
              <a:rPr lang="en-IN" smtClean="0"/>
              <a:t>13-05-2026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687FA2F-07CE-45D6-B8D6-C786C9818427}" type="slidenum">
              <a:rPr lang="en-IN" smtClean="0"/>
              <a:t>‹#›</a:t>
            </a:fld>
            <a:endParaRPr lang="en-IN"/>
          </a:p>
        </p:txBody>
      </p:sp>
    </p:spTree>
    <p:extLst>
      <p:ext uri="{BB962C8B-B14F-4D97-AF65-F5344CB8AC3E}">
        <p14:creationId xmlns:p14="http://schemas.microsoft.com/office/powerpoint/2010/main" val="21949861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AC726F2-584F-432C-827A-8C05F869ED31}" type="datetimeFigureOut">
              <a:rPr lang="en-IN" smtClean="0"/>
              <a:t>13-05-2026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687FA2F-07CE-45D6-B8D6-C786C9818427}" type="slidenum">
              <a:rPr lang="en-IN" smtClean="0"/>
              <a:t>‹#›</a:t>
            </a:fld>
            <a:endParaRPr lang="en-IN"/>
          </a:p>
        </p:txBody>
      </p:sp>
    </p:spTree>
    <p:extLst>
      <p:ext uri="{BB962C8B-B14F-4D97-AF65-F5344CB8AC3E}">
        <p14:creationId xmlns:p14="http://schemas.microsoft.com/office/powerpoint/2010/main" val="1897183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AC726F2-584F-432C-827A-8C05F869ED31}" type="datetimeFigureOut">
              <a:rPr lang="en-IN" smtClean="0"/>
              <a:t>13-05-2026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87FA2F-07CE-45D6-B8D6-C786C9818427}" type="slidenum">
              <a:rPr lang="en-IN" smtClean="0"/>
              <a:t>‹#›</a:t>
            </a:fld>
            <a:endParaRPr lang="en-IN"/>
          </a:p>
        </p:txBody>
      </p:sp>
    </p:spTree>
    <p:extLst>
      <p:ext uri="{BB962C8B-B14F-4D97-AF65-F5344CB8AC3E}">
        <p14:creationId xmlns:p14="http://schemas.microsoft.com/office/powerpoint/2010/main" val="5236432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AC726F2-584F-432C-827A-8C05F869ED31}" type="datetimeFigureOut">
              <a:rPr lang="en-IN" smtClean="0"/>
              <a:t>13-05-2026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87FA2F-07CE-45D6-B8D6-C786C9818427}" type="slidenum">
              <a:rPr lang="en-IN" smtClean="0"/>
              <a:t>‹#›</a:t>
            </a:fld>
            <a:endParaRPr lang="en-IN"/>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2928278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C726F2-584F-432C-827A-8C05F869ED31}" type="datetimeFigureOut">
              <a:rPr lang="en-IN" smtClean="0"/>
              <a:t>13-05-2026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87FA2F-07CE-45D6-B8D6-C786C9818427}" type="slidenum">
              <a:rPr lang="en-IN" smtClean="0"/>
              <a:t>‹#›</a:t>
            </a:fld>
            <a:endParaRPr lang="en-IN"/>
          </a:p>
        </p:txBody>
      </p:sp>
    </p:spTree>
    <p:extLst>
      <p:ext uri="{BB962C8B-B14F-4D97-AF65-F5344CB8AC3E}">
        <p14:creationId xmlns:p14="http://schemas.microsoft.com/office/powerpoint/2010/main" val="10207169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AC726F2-584F-432C-827A-8C05F869ED31}" type="datetimeFigureOut">
              <a:rPr lang="en-IN" smtClean="0"/>
              <a:t>13-05-2026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87FA2F-07CE-45D6-B8D6-C786C9818427}" type="slidenum">
              <a:rPr lang="en-IN" smtClean="0"/>
              <a:t>‹#›</a:t>
            </a:fld>
            <a:endParaRPr lang="en-IN"/>
          </a:p>
        </p:txBody>
      </p:sp>
    </p:spTree>
    <p:extLst>
      <p:ext uri="{BB962C8B-B14F-4D97-AF65-F5344CB8AC3E}">
        <p14:creationId xmlns:p14="http://schemas.microsoft.com/office/powerpoint/2010/main" val="18612880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AC726F2-584F-432C-827A-8C05F869ED31}" type="datetimeFigureOut">
              <a:rPr lang="en-IN" smtClean="0"/>
              <a:t>13-05-2026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87FA2F-07CE-45D6-B8D6-C786C9818427}" type="slidenum">
              <a:rPr lang="en-IN" smtClean="0"/>
              <a:t>‹#›</a:t>
            </a:fld>
            <a:endParaRPr lang="en-IN"/>
          </a:p>
        </p:txBody>
      </p:sp>
    </p:spTree>
    <p:extLst>
      <p:ext uri="{BB962C8B-B14F-4D97-AF65-F5344CB8AC3E}">
        <p14:creationId xmlns:p14="http://schemas.microsoft.com/office/powerpoint/2010/main" val="41570822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C726F2-584F-432C-827A-8C05F869ED31}" type="datetimeFigureOut">
              <a:rPr lang="en-IN" smtClean="0"/>
              <a:t>13-05-2026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87FA2F-07CE-45D6-B8D6-C786C9818427}" type="slidenum">
              <a:rPr lang="en-IN" smtClean="0"/>
              <a:t>‹#›</a:t>
            </a:fld>
            <a:endParaRPr lang="en-IN"/>
          </a:p>
        </p:txBody>
      </p:sp>
    </p:spTree>
    <p:extLst>
      <p:ext uri="{BB962C8B-B14F-4D97-AF65-F5344CB8AC3E}">
        <p14:creationId xmlns:p14="http://schemas.microsoft.com/office/powerpoint/2010/main" val="7839120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C726F2-584F-432C-827A-8C05F869ED31}" type="datetimeFigureOut">
              <a:rPr lang="en-IN" smtClean="0"/>
              <a:t>13-05-2026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87FA2F-07CE-45D6-B8D6-C786C9818427}" type="slidenum">
              <a:rPr lang="en-IN" smtClean="0"/>
              <a:t>‹#›</a:t>
            </a:fld>
            <a:endParaRPr lang="en-IN"/>
          </a:p>
        </p:txBody>
      </p:sp>
    </p:spTree>
    <p:extLst>
      <p:ext uri="{BB962C8B-B14F-4D97-AF65-F5344CB8AC3E}">
        <p14:creationId xmlns:p14="http://schemas.microsoft.com/office/powerpoint/2010/main" val="2263586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FAC726F2-584F-432C-827A-8C05F869ED31}" type="datetimeFigureOut">
              <a:rPr lang="en-IN" smtClean="0"/>
              <a:t>13-05-2026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7687FA2F-07CE-45D6-B8D6-C786C9818427}" type="slidenum">
              <a:rPr lang="en-IN" smtClean="0"/>
              <a:t>‹#›</a:t>
            </a:fld>
            <a:endParaRPr lang="en-IN"/>
          </a:p>
        </p:txBody>
      </p:sp>
    </p:spTree>
    <p:extLst>
      <p:ext uri="{BB962C8B-B14F-4D97-AF65-F5344CB8AC3E}">
        <p14:creationId xmlns:p14="http://schemas.microsoft.com/office/powerpoint/2010/main" val="3619038436"/>
      </p:ext>
    </p:extLst>
  </p:cSld>
  <p:clrMap bg1="dk1" tx1="lt1" bg2="dk2" tx2="lt2" accent1="accent1" accent2="accent2" accent3="accent3" accent4="accent4" accent5="accent5" accent6="accent6" hlink="hlink" folHlink="folHlink"/>
  <p:sldLayoutIdLst>
    <p:sldLayoutId id="2147483944" r:id="rId1"/>
    <p:sldLayoutId id="2147483945" r:id="rId2"/>
    <p:sldLayoutId id="2147483946" r:id="rId3"/>
    <p:sldLayoutId id="2147483947" r:id="rId4"/>
    <p:sldLayoutId id="2147483948" r:id="rId5"/>
    <p:sldLayoutId id="2147483949" r:id="rId6"/>
    <p:sldLayoutId id="2147483950" r:id="rId7"/>
    <p:sldLayoutId id="2147483951" r:id="rId8"/>
    <p:sldLayoutId id="2147483952" r:id="rId9"/>
    <p:sldLayoutId id="2147483953" r:id="rId10"/>
    <p:sldLayoutId id="2147483954" r:id="rId11"/>
    <p:sldLayoutId id="2147483955" r:id="rId12"/>
    <p:sldLayoutId id="2147483956" r:id="rId13"/>
    <p:sldLayoutId id="2147483957" r:id="rId14"/>
    <p:sldLayoutId id="2147483958" r:id="rId15"/>
    <p:sldLayoutId id="2147483959" r:id="rId16"/>
    <p:sldLayoutId id="2147483960"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github.com/ranejai954/lenovo-ai-internship-prerequisite-milestone-5-assignment-chatbot"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24232-B207-5C5B-AE95-78B7342F343C}"/>
              </a:ext>
            </a:extLst>
          </p:cNvPr>
          <p:cNvSpPr>
            <a:spLocks noGrp="1"/>
          </p:cNvSpPr>
          <p:nvPr>
            <p:ph type="ctrTitle"/>
          </p:nvPr>
        </p:nvSpPr>
        <p:spPr>
          <a:xfrm>
            <a:off x="769548" y="1351041"/>
            <a:ext cx="8777223" cy="2752874"/>
          </a:xfrm>
        </p:spPr>
        <p:txBody>
          <a:bodyPr/>
          <a:lstStyle/>
          <a:p>
            <a:pPr algn="ctr"/>
            <a:r>
              <a:rPr lang="en-IN" sz="4400" b="1" dirty="0"/>
              <a:t>Project Title: Campus Buddy: An Automated GUI Chatbot for College Campuses</a:t>
            </a:r>
            <a:br>
              <a:rPr lang="en-IN" sz="4400" dirty="0"/>
            </a:br>
            <a:endParaRPr lang="en-IN" sz="4400" dirty="0"/>
          </a:p>
        </p:txBody>
      </p:sp>
      <p:sp>
        <p:nvSpPr>
          <p:cNvPr id="3" name="Subtitle 2">
            <a:extLst>
              <a:ext uri="{FF2B5EF4-FFF2-40B4-BE49-F238E27FC236}">
                <a16:creationId xmlns:a16="http://schemas.microsoft.com/office/drawing/2014/main" id="{84F88D7D-2FF1-1263-5EC7-DB86BE7AFC6E}"/>
              </a:ext>
            </a:extLst>
          </p:cNvPr>
          <p:cNvSpPr>
            <a:spLocks noGrp="1"/>
          </p:cNvSpPr>
          <p:nvPr>
            <p:ph type="subTitle" idx="1"/>
          </p:nvPr>
        </p:nvSpPr>
        <p:spPr>
          <a:xfrm>
            <a:off x="1550609" y="4410061"/>
            <a:ext cx="7766936" cy="1096899"/>
          </a:xfrm>
        </p:spPr>
        <p:txBody>
          <a:bodyPr/>
          <a:lstStyle/>
          <a:p>
            <a:pPr algn="ctr"/>
            <a:r>
              <a:rPr lang="en-US" dirty="0"/>
              <a:t>Made by Jai Rane</a:t>
            </a:r>
            <a:endParaRPr lang="en-IN" dirty="0"/>
          </a:p>
        </p:txBody>
      </p:sp>
    </p:spTree>
    <p:extLst>
      <p:ext uri="{BB962C8B-B14F-4D97-AF65-F5344CB8AC3E}">
        <p14:creationId xmlns:p14="http://schemas.microsoft.com/office/powerpoint/2010/main" val="21253958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C61593-660E-B2FE-8F00-8B2F8CF7F4D3}"/>
              </a:ext>
            </a:extLst>
          </p:cNvPr>
          <p:cNvSpPr>
            <a:spLocks noGrp="1"/>
          </p:cNvSpPr>
          <p:nvPr>
            <p:ph idx="1"/>
          </p:nvPr>
        </p:nvSpPr>
        <p:spPr>
          <a:xfrm>
            <a:off x="576944" y="304800"/>
            <a:ext cx="9472910" cy="6259286"/>
          </a:xfrm>
        </p:spPr>
        <p:txBody>
          <a:bodyPr>
            <a:normAutofit/>
          </a:bodyPr>
          <a:lstStyle/>
          <a:p>
            <a:pPr marL="0" indent="0" algn="ctr">
              <a:buNone/>
            </a:pPr>
            <a:r>
              <a:rPr lang="en-US" sz="4400" b="1" dirty="0"/>
              <a:t>Index</a:t>
            </a:r>
          </a:p>
          <a:p>
            <a:pPr marL="0" indent="0" algn="ctr">
              <a:buNone/>
            </a:pPr>
            <a:endParaRPr lang="en-US" sz="4400" b="1" dirty="0"/>
          </a:p>
          <a:p>
            <a:pPr marL="0" indent="0">
              <a:buNone/>
            </a:pPr>
            <a:r>
              <a:rPr lang="en-IN" b="1" dirty="0"/>
              <a:t>1. Project Submission Report Details</a:t>
            </a:r>
          </a:p>
          <a:p>
            <a:pPr marL="0" indent="0">
              <a:buNone/>
            </a:pPr>
            <a:r>
              <a:rPr lang="en-IN" b="1" dirty="0"/>
              <a:t>2. Project Objective &amp; Description</a:t>
            </a:r>
          </a:p>
          <a:p>
            <a:pPr marL="0" indent="0">
              <a:buNone/>
            </a:pPr>
            <a:r>
              <a:rPr lang="en-IN" b="1" dirty="0"/>
              <a:t>3. Technologies Used</a:t>
            </a:r>
          </a:p>
          <a:p>
            <a:pPr marL="0" indent="0">
              <a:buNone/>
            </a:pPr>
            <a:r>
              <a:rPr lang="en-IN" b="1" dirty="0"/>
              <a:t>4. Screenshots with Explanation</a:t>
            </a:r>
          </a:p>
          <a:p>
            <a:pPr marL="0" indent="0">
              <a:buNone/>
            </a:pPr>
            <a:r>
              <a:rPr lang="en-IN" b="1" dirty="0"/>
              <a:t>5. Project Links</a:t>
            </a:r>
          </a:p>
          <a:p>
            <a:pPr marL="0" indent="0">
              <a:buNone/>
            </a:pPr>
            <a:r>
              <a:rPr lang="en-IN" b="1" dirty="0"/>
              <a:t>6. Conclusion &amp; Summary</a:t>
            </a:r>
          </a:p>
          <a:p>
            <a:pPr marL="0" indent="0">
              <a:buNone/>
            </a:pPr>
            <a:endParaRPr lang="en-IN" b="1" dirty="0"/>
          </a:p>
          <a:p>
            <a:pPr marL="0" indent="0">
              <a:buNone/>
            </a:pPr>
            <a:endParaRPr lang="en-IN" b="1" dirty="0"/>
          </a:p>
          <a:p>
            <a:pPr marL="0" indent="0">
              <a:buNone/>
            </a:pPr>
            <a:endParaRPr lang="en-IN" b="1" dirty="0"/>
          </a:p>
          <a:p>
            <a:pPr marL="0" indent="0">
              <a:buNone/>
            </a:pPr>
            <a:endParaRPr lang="en-IN" b="1" dirty="0"/>
          </a:p>
          <a:p>
            <a:pPr marL="457200" indent="-457200">
              <a:buAutoNum type="arabicPeriod"/>
            </a:pPr>
            <a:endParaRPr lang="en-IN" dirty="0"/>
          </a:p>
        </p:txBody>
      </p:sp>
    </p:spTree>
    <p:extLst>
      <p:ext uri="{BB962C8B-B14F-4D97-AF65-F5344CB8AC3E}">
        <p14:creationId xmlns:p14="http://schemas.microsoft.com/office/powerpoint/2010/main" val="17350057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10186-B8AE-B675-BDB0-311F6E59EB6C}"/>
              </a:ext>
            </a:extLst>
          </p:cNvPr>
          <p:cNvSpPr>
            <a:spLocks noGrp="1"/>
          </p:cNvSpPr>
          <p:nvPr>
            <p:ph type="title"/>
          </p:nvPr>
        </p:nvSpPr>
        <p:spPr>
          <a:xfrm>
            <a:off x="677334" y="609600"/>
            <a:ext cx="8596668" cy="903514"/>
          </a:xfrm>
        </p:spPr>
        <p:txBody>
          <a:bodyPr>
            <a:normAutofit fontScale="90000"/>
          </a:bodyPr>
          <a:lstStyle/>
          <a:p>
            <a:r>
              <a:rPr lang="en-IN" b="1" dirty="0"/>
              <a:t>1. PROJECT SUBMISSION REPORT DETAILS</a:t>
            </a:r>
            <a:endParaRPr lang="en-IN" dirty="0"/>
          </a:p>
        </p:txBody>
      </p:sp>
      <p:sp>
        <p:nvSpPr>
          <p:cNvPr id="3" name="Content Placeholder 2">
            <a:extLst>
              <a:ext uri="{FF2B5EF4-FFF2-40B4-BE49-F238E27FC236}">
                <a16:creationId xmlns:a16="http://schemas.microsoft.com/office/drawing/2014/main" id="{37E1DA1D-89C8-1877-59C4-CAEB8ABC72EF}"/>
              </a:ext>
            </a:extLst>
          </p:cNvPr>
          <p:cNvSpPr>
            <a:spLocks noGrp="1"/>
          </p:cNvSpPr>
          <p:nvPr>
            <p:ph idx="1"/>
          </p:nvPr>
        </p:nvSpPr>
        <p:spPr>
          <a:xfrm>
            <a:off x="677334" y="1872343"/>
            <a:ext cx="8596668" cy="4637105"/>
          </a:xfrm>
        </p:spPr>
        <p:txBody>
          <a:bodyPr/>
          <a:lstStyle/>
          <a:p>
            <a:r>
              <a:rPr lang="en-IN" sz="2400" b="1" dirty="0"/>
              <a:t>Student Credentials</a:t>
            </a:r>
          </a:p>
          <a:p>
            <a:pPr marL="0" indent="0">
              <a:buNone/>
            </a:pPr>
            <a:endParaRPr lang="en-IN" b="1" dirty="0"/>
          </a:p>
          <a:p>
            <a:pPr>
              <a:buFont typeface="+mj-lt"/>
              <a:buAutoNum type="arabicPeriod"/>
            </a:pPr>
            <a:r>
              <a:rPr lang="en-IN" sz="2000" b="1" dirty="0"/>
              <a:t>Project Title:</a:t>
            </a:r>
            <a:r>
              <a:rPr lang="en-IN" sz="2000" dirty="0"/>
              <a:t> Campus Buddy: A Graphical UI Assistant for Student Onboarding</a:t>
            </a:r>
          </a:p>
          <a:p>
            <a:pPr>
              <a:buFont typeface="+mj-lt"/>
              <a:buAutoNum type="arabicPeriod"/>
            </a:pPr>
            <a:r>
              <a:rPr lang="en-IN" sz="2000" b="1" dirty="0"/>
              <a:t>Student Name:</a:t>
            </a:r>
            <a:r>
              <a:rPr lang="en-IN" sz="2000" dirty="0"/>
              <a:t> Jai Rane</a:t>
            </a:r>
          </a:p>
          <a:p>
            <a:pPr>
              <a:buFont typeface="+mj-lt"/>
              <a:buAutoNum type="arabicPeriod"/>
            </a:pPr>
            <a:r>
              <a:rPr lang="en-IN" sz="2000" b="1" dirty="0"/>
              <a:t>Program</a:t>
            </a:r>
            <a:r>
              <a:rPr lang="en-IN" sz="2000" dirty="0"/>
              <a:t>: Lenovo LEAP NextGen Scholar Program Internship </a:t>
            </a:r>
          </a:p>
          <a:p>
            <a:pPr>
              <a:buFont typeface="+mj-lt"/>
              <a:buAutoNum type="arabicPeriod"/>
            </a:pPr>
            <a:r>
              <a:rPr lang="en-IN" sz="2000" b="1" dirty="0"/>
              <a:t>Course / Batch:</a:t>
            </a:r>
            <a:r>
              <a:rPr lang="en-IN" sz="2000" dirty="0"/>
              <a:t> Artificial Intelligence / June 2026</a:t>
            </a:r>
          </a:p>
          <a:p>
            <a:pPr>
              <a:buFont typeface="+mj-lt"/>
              <a:buAutoNum type="arabicPeriod"/>
            </a:pPr>
            <a:r>
              <a:rPr lang="en-IN" sz="2000" b="1" dirty="0"/>
              <a:t>Submission Date:</a:t>
            </a:r>
            <a:r>
              <a:rPr lang="en-IN" sz="2000" dirty="0"/>
              <a:t> 13/05/2026</a:t>
            </a:r>
            <a:br>
              <a:rPr lang="en-IN" sz="2000" dirty="0"/>
            </a:br>
            <a:endParaRPr lang="en-IN" sz="2000" dirty="0"/>
          </a:p>
        </p:txBody>
      </p:sp>
    </p:spTree>
    <p:extLst>
      <p:ext uri="{BB962C8B-B14F-4D97-AF65-F5344CB8AC3E}">
        <p14:creationId xmlns:p14="http://schemas.microsoft.com/office/powerpoint/2010/main" val="15967672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6F1F8-6398-2FFF-2723-1214E6ADBABB}"/>
              </a:ext>
            </a:extLst>
          </p:cNvPr>
          <p:cNvSpPr>
            <a:spLocks noGrp="1"/>
          </p:cNvSpPr>
          <p:nvPr>
            <p:ph type="title"/>
          </p:nvPr>
        </p:nvSpPr>
        <p:spPr/>
        <p:txBody>
          <a:bodyPr/>
          <a:lstStyle/>
          <a:p>
            <a:r>
              <a:rPr lang="en-IN" b="1" dirty="0"/>
              <a:t>2. Project Objective &amp; Description</a:t>
            </a:r>
            <a:br>
              <a:rPr lang="en-IN" b="1" dirty="0"/>
            </a:br>
            <a:endParaRPr lang="en-IN" dirty="0"/>
          </a:p>
        </p:txBody>
      </p:sp>
      <p:sp>
        <p:nvSpPr>
          <p:cNvPr id="11" name="TextBox 10">
            <a:extLst>
              <a:ext uri="{FF2B5EF4-FFF2-40B4-BE49-F238E27FC236}">
                <a16:creationId xmlns:a16="http://schemas.microsoft.com/office/drawing/2014/main" id="{421A2E86-AB67-E512-00E8-739D59A1343B}"/>
              </a:ext>
            </a:extLst>
          </p:cNvPr>
          <p:cNvSpPr txBox="1"/>
          <p:nvPr/>
        </p:nvSpPr>
        <p:spPr>
          <a:xfrm>
            <a:off x="677334" y="1606619"/>
            <a:ext cx="9500809" cy="4154984"/>
          </a:xfrm>
          <a:prstGeom prst="rect">
            <a:avLst/>
          </a:prstGeom>
          <a:noFill/>
        </p:spPr>
        <p:txBody>
          <a:bodyPr wrap="square">
            <a:spAutoFit/>
          </a:bodyPr>
          <a:lstStyle/>
          <a:p>
            <a:pPr marL="285750" indent="-285750">
              <a:buFont typeface="Arial" panose="020B0604020202020204" pitchFamily="34" charset="0"/>
              <a:buChar char="•"/>
            </a:pPr>
            <a:r>
              <a:rPr lang="en-US" sz="2200" b="1" u="none" strike="noStrike" dirty="0">
                <a:effectLst/>
                <a:latin typeface="Google Sans"/>
              </a:rPr>
              <a:t>Objective:</a:t>
            </a:r>
            <a:r>
              <a:rPr lang="en-US" sz="2200" dirty="0"/>
              <a:t> To streamline information access for newly admitted students and visiting parents during the hectic college admissions and orientation periods.</a:t>
            </a:r>
          </a:p>
          <a:p>
            <a:pPr marL="285750" indent="-285750">
              <a:buFont typeface="Arial" panose="020B0604020202020204" pitchFamily="34" charset="0"/>
              <a:buChar char="•"/>
            </a:pPr>
            <a:endParaRPr lang="en-US" sz="2200" dirty="0"/>
          </a:p>
          <a:p>
            <a:pPr marL="285750" indent="-285750">
              <a:buFont typeface="Arial" panose="020B0604020202020204" pitchFamily="34" charset="0"/>
              <a:buChar char="•"/>
            </a:pPr>
            <a:endParaRPr lang="en-US" sz="2200" dirty="0"/>
          </a:p>
          <a:p>
            <a:pPr marL="285750" indent="-285750">
              <a:buFont typeface="Arial" panose="020B0604020202020204" pitchFamily="34" charset="0"/>
              <a:buChar char="•"/>
            </a:pPr>
            <a:r>
              <a:rPr lang="en-US" sz="2200" b="1" dirty="0"/>
              <a:t>Description:</a:t>
            </a:r>
            <a:r>
              <a:rPr lang="en-US" sz="2200" dirty="0"/>
              <a:t> This project is a desktop-based, interactive graphical application designed to automate answers to high-frequency, repetitive queries. The chatbot provides immediate, automated assistance regarding admission criteria, fee timelines, library hours, hostel locations, and administrative helpline contacts. By using a clean button-driven dashboard, the application eliminates human typing errors and ensures smooth context navigation.</a:t>
            </a:r>
            <a:endParaRPr lang="en-IN" sz="2200" dirty="0"/>
          </a:p>
        </p:txBody>
      </p:sp>
    </p:spTree>
    <p:extLst>
      <p:ext uri="{BB962C8B-B14F-4D97-AF65-F5344CB8AC3E}">
        <p14:creationId xmlns:p14="http://schemas.microsoft.com/office/powerpoint/2010/main" val="10193316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4AF27-F0A0-FBFA-A78D-CC0CEBE51C35}"/>
              </a:ext>
            </a:extLst>
          </p:cNvPr>
          <p:cNvSpPr>
            <a:spLocks noGrp="1"/>
          </p:cNvSpPr>
          <p:nvPr>
            <p:ph type="title"/>
          </p:nvPr>
        </p:nvSpPr>
        <p:spPr/>
        <p:txBody>
          <a:bodyPr/>
          <a:lstStyle/>
          <a:p>
            <a:r>
              <a:rPr lang="en-IN" b="1" dirty="0"/>
              <a:t>3. Technologies Used</a:t>
            </a:r>
          </a:p>
        </p:txBody>
      </p:sp>
      <p:sp>
        <p:nvSpPr>
          <p:cNvPr id="3" name="Content Placeholder 2">
            <a:extLst>
              <a:ext uri="{FF2B5EF4-FFF2-40B4-BE49-F238E27FC236}">
                <a16:creationId xmlns:a16="http://schemas.microsoft.com/office/drawing/2014/main" id="{A2150910-25EA-B5CF-416F-040BD8CBEBDA}"/>
              </a:ext>
            </a:extLst>
          </p:cNvPr>
          <p:cNvSpPr>
            <a:spLocks noGrp="1"/>
          </p:cNvSpPr>
          <p:nvPr>
            <p:ph idx="1"/>
          </p:nvPr>
        </p:nvSpPr>
        <p:spPr/>
        <p:txBody>
          <a:bodyPr/>
          <a:lstStyle/>
          <a:p>
            <a:r>
              <a:rPr lang="en-US" b="1" dirty="0"/>
              <a:t>Python 3.12:</a:t>
            </a:r>
            <a:r>
              <a:rPr lang="en-US" dirty="0"/>
              <a:t> The primary programming language utilized to write the backend state engine and conditional execution logic.</a:t>
            </a:r>
          </a:p>
          <a:p>
            <a:r>
              <a:rPr lang="en-US" b="1" dirty="0"/>
              <a:t>Tkinter Library:</a:t>
            </a:r>
            <a:r>
              <a:rPr lang="en-US" dirty="0"/>
              <a:t> Python's built-in interface framework used to design the layout, application windows, text boxes, and action buttons.</a:t>
            </a:r>
          </a:p>
          <a:p>
            <a:r>
              <a:rPr lang="en-US" b="1" dirty="0"/>
              <a:t>VS Code (Visual Studio Code):</a:t>
            </a:r>
            <a:r>
              <a:rPr lang="en-US" dirty="0"/>
              <a:t> The Integrated Development Environment (IDE) used to write, compile, and run the Python code.</a:t>
            </a:r>
          </a:p>
          <a:p>
            <a:r>
              <a:rPr lang="en-US" b="1" dirty="0"/>
              <a:t>Object-Oriented Event Handling:</a:t>
            </a:r>
            <a:r>
              <a:rPr lang="en-US" dirty="0"/>
              <a:t> Implemented via trigger buttons and lambda bindings to cleanly switch text outputs on user click actions.</a:t>
            </a:r>
            <a:endParaRPr lang="en-IN" dirty="0"/>
          </a:p>
        </p:txBody>
      </p:sp>
    </p:spTree>
    <p:extLst>
      <p:ext uri="{BB962C8B-B14F-4D97-AF65-F5344CB8AC3E}">
        <p14:creationId xmlns:p14="http://schemas.microsoft.com/office/powerpoint/2010/main" val="4061268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2CDE0-2230-DB0E-A089-CB51C990BEA2}"/>
              </a:ext>
            </a:extLst>
          </p:cNvPr>
          <p:cNvSpPr>
            <a:spLocks noGrp="1"/>
          </p:cNvSpPr>
          <p:nvPr>
            <p:ph type="title"/>
          </p:nvPr>
        </p:nvSpPr>
        <p:spPr/>
        <p:txBody>
          <a:bodyPr/>
          <a:lstStyle/>
          <a:p>
            <a:r>
              <a:rPr lang="en-IN" b="1" dirty="0"/>
              <a:t>4. Screenshots with Explanation</a:t>
            </a:r>
          </a:p>
        </p:txBody>
      </p:sp>
      <p:sp>
        <p:nvSpPr>
          <p:cNvPr id="3" name="Content Placeholder 2">
            <a:extLst>
              <a:ext uri="{FF2B5EF4-FFF2-40B4-BE49-F238E27FC236}">
                <a16:creationId xmlns:a16="http://schemas.microsoft.com/office/drawing/2014/main" id="{552A29DE-47AA-1098-6B5C-3D2CE709A3E1}"/>
              </a:ext>
            </a:extLst>
          </p:cNvPr>
          <p:cNvSpPr>
            <a:spLocks noGrp="1"/>
          </p:cNvSpPr>
          <p:nvPr>
            <p:ph idx="1"/>
          </p:nvPr>
        </p:nvSpPr>
        <p:spPr>
          <a:xfrm>
            <a:off x="677334" y="1270000"/>
            <a:ext cx="8596668" cy="364897"/>
          </a:xfrm>
        </p:spPr>
        <p:txBody>
          <a:bodyPr>
            <a:normAutofit fontScale="92500" lnSpcReduction="10000"/>
          </a:bodyPr>
          <a:lstStyle/>
          <a:p>
            <a:r>
              <a:rPr lang="en-US" dirty="0"/>
              <a:t>1. Code Screenshot 1</a:t>
            </a:r>
            <a:endParaRPr lang="en-IN" dirty="0"/>
          </a:p>
        </p:txBody>
      </p:sp>
      <p:pic>
        <p:nvPicPr>
          <p:cNvPr id="8" name="Picture 7">
            <a:extLst>
              <a:ext uri="{FF2B5EF4-FFF2-40B4-BE49-F238E27FC236}">
                <a16:creationId xmlns:a16="http://schemas.microsoft.com/office/drawing/2014/main" id="{17F4D99B-609B-5069-0BF4-0819BF6BD349}"/>
              </a:ext>
            </a:extLst>
          </p:cNvPr>
          <p:cNvPicPr>
            <a:picLocks noChangeAspect="1"/>
          </p:cNvPicPr>
          <p:nvPr/>
        </p:nvPicPr>
        <p:blipFill>
          <a:blip r:embed="rId2">
            <a:extLst>
              <a:ext uri="{28A0092B-C50C-407E-A947-70E740481C1C}">
                <a14:useLocalDpi xmlns:a14="http://schemas.microsoft.com/office/drawing/2010/main" val="0"/>
              </a:ext>
            </a:extLst>
          </a:blip>
          <a:srcRect l="713" t="1" r="499" b="83674"/>
          <a:stretch>
            <a:fillRect/>
          </a:stretch>
        </p:blipFill>
        <p:spPr>
          <a:xfrm>
            <a:off x="327781" y="1721983"/>
            <a:ext cx="11536438" cy="4820331"/>
          </a:xfrm>
          <a:prstGeom prst="rect">
            <a:avLst/>
          </a:prstGeom>
        </p:spPr>
      </p:pic>
    </p:spTree>
    <p:extLst>
      <p:ext uri="{BB962C8B-B14F-4D97-AF65-F5344CB8AC3E}">
        <p14:creationId xmlns:p14="http://schemas.microsoft.com/office/powerpoint/2010/main" val="29445137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2E128-3859-2094-7152-EB1BA282D7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B2963A-2AC6-5D63-9681-163EDD9D2145}"/>
              </a:ext>
            </a:extLst>
          </p:cNvPr>
          <p:cNvSpPr>
            <a:spLocks noGrp="1"/>
          </p:cNvSpPr>
          <p:nvPr>
            <p:ph type="title"/>
          </p:nvPr>
        </p:nvSpPr>
        <p:spPr/>
        <p:txBody>
          <a:bodyPr/>
          <a:lstStyle/>
          <a:p>
            <a:r>
              <a:rPr lang="en-IN" b="1" dirty="0"/>
              <a:t>4. Screenshots with Explanation</a:t>
            </a:r>
          </a:p>
        </p:txBody>
      </p:sp>
      <p:sp>
        <p:nvSpPr>
          <p:cNvPr id="3" name="Content Placeholder 2">
            <a:extLst>
              <a:ext uri="{FF2B5EF4-FFF2-40B4-BE49-F238E27FC236}">
                <a16:creationId xmlns:a16="http://schemas.microsoft.com/office/drawing/2014/main" id="{E6F117FB-BF0B-AB30-CA3E-65710515267D}"/>
              </a:ext>
            </a:extLst>
          </p:cNvPr>
          <p:cNvSpPr>
            <a:spLocks noGrp="1"/>
          </p:cNvSpPr>
          <p:nvPr>
            <p:ph idx="1"/>
          </p:nvPr>
        </p:nvSpPr>
        <p:spPr>
          <a:xfrm>
            <a:off x="677334" y="1270000"/>
            <a:ext cx="8596668" cy="364897"/>
          </a:xfrm>
        </p:spPr>
        <p:txBody>
          <a:bodyPr>
            <a:normAutofit fontScale="92500" lnSpcReduction="10000"/>
          </a:bodyPr>
          <a:lstStyle/>
          <a:p>
            <a:r>
              <a:rPr lang="en-US" dirty="0"/>
              <a:t>1. Code Screenshot 2</a:t>
            </a:r>
            <a:endParaRPr lang="en-IN" dirty="0"/>
          </a:p>
        </p:txBody>
      </p:sp>
      <p:pic>
        <p:nvPicPr>
          <p:cNvPr id="8" name="Picture 7">
            <a:extLst>
              <a:ext uri="{FF2B5EF4-FFF2-40B4-BE49-F238E27FC236}">
                <a16:creationId xmlns:a16="http://schemas.microsoft.com/office/drawing/2014/main" id="{D90BFF51-444D-721A-5E0B-668D357E891F}"/>
              </a:ext>
            </a:extLst>
          </p:cNvPr>
          <p:cNvPicPr>
            <a:picLocks noChangeAspect="1"/>
          </p:cNvPicPr>
          <p:nvPr/>
        </p:nvPicPr>
        <p:blipFill>
          <a:blip r:embed="rId2">
            <a:extLst>
              <a:ext uri="{28A0092B-C50C-407E-A947-70E740481C1C}">
                <a14:useLocalDpi xmlns:a14="http://schemas.microsoft.com/office/drawing/2010/main" val="0"/>
              </a:ext>
            </a:extLst>
          </a:blip>
          <a:srcRect l="60" t="15927" r="1152" b="67748"/>
          <a:stretch>
            <a:fillRect/>
          </a:stretch>
        </p:blipFill>
        <p:spPr>
          <a:xfrm>
            <a:off x="229810" y="1765526"/>
            <a:ext cx="11536438" cy="4820331"/>
          </a:xfrm>
          <a:prstGeom prst="rect">
            <a:avLst/>
          </a:prstGeom>
        </p:spPr>
      </p:pic>
    </p:spTree>
    <p:extLst>
      <p:ext uri="{BB962C8B-B14F-4D97-AF65-F5344CB8AC3E}">
        <p14:creationId xmlns:p14="http://schemas.microsoft.com/office/powerpoint/2010/main" val="2745101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A63FC-B5F0-3508-8412-C49A396B1B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529854-9C53-2584-5D11-6FA6C4B1D0F9}"/>
              </a:ext>
            </a:extLst>
          </p:cNvPr>
          <p:cNvSpPr>
            <a:spLocks noGrp="1"/>
          </p:cNvSpPr>
          <p:nvPr>
            <p:ph type="title"/>
          </p:nvPr>
        </p:nvSpPr>
        <p:spPr/>
        <p:txBody>
          <a:bodyPr/>
          <a:lstStyle/>
          <a:p>
            <a:r>
              <a:rPr lang="en-IN" b="1" dirty="0"/>
              <a:t>4. Screenshots with Explanation</a:t>
            </a:r>
          </a:p>
        </p:txBody>
      </p:sp>
      <p:sp>
        <p:nvSpPr>
          <p:cNvPr id="3" name="Content Placeholder 2">
            <a:extLst>
              <a:ext uri="{FF2B5EF4-FFF2-40B4-BE49-F238E27FC236}">
                <a16:creationId xmlns:a16="http://schemas.microsoft.com/office/drawing/2014/main" id="{A530DAA8-8270-BFC8-51E2-A1F3D9C4A78F}"/>
              </a:ext>
            </a:extLst>
          </p:cNvPr>
          <p:cNvSpPr>
            <a:spLocks noGrp="1"/>
          </p:cNvSpPr>
          <p:nvPr>
            <p:ph idx="1"/>
          </p:nvPr>
        </p:nvSpPr>
        <p:spPr>
          <a:xfrm>
            <a:off x="677334" y="1270000"/>
            <a:ext cx="8596668" cy="364897"/>
          </a:xfrm>
        </p:spPr>
        <p:txBody>
          <a:bodyPr>
            <a:normAutofit fontScale="92500" lnSpcReduction="10000"/>
          </a:bodyPr>
          <a:lstStyle/>
          <a:p>
            <a:r>
              <a:rPr lang="en-US" dirty="0"/>
              <a:t>1. Code Screenshot 3</a:t>
            </a:r>
            <a:endParaRPr lang="en-IN" dirty="0"/>
          </a:p>
        </p:txBody>
      </p:sp>
      <p:pic>
        <p:nvPicPr>
          <p:cNvPr id="8" name="Picture 7">
            <a:extLst>
              <a:ext uri="{FF2B5EF4-FFF2-40B4-BE49-F238E27FC236}">
                <a16:creationId xmlns:a16="http://schemas.microsoft.com/office/drawing/2014/main" id="{F9B38601-33AC-93EF-BF90-D6847E336FDD}"/>
              </a:ext>
            </a:extLst>
          </p:cNvPr>
          <p:cNvPicPr>
            <a:picLocks noChangeAspect="1"/>
          </p:cNvPicPr>
          <p:nvPr/>
        </p:nvPicPr>
        <p:blipFill>
          <a:blip r:embed="rId2">
            <a:extLst>
              <a:ext uri="{28A0092B-C50C-407E-A947-70E740481C1C}">
                <a14:useLocalDpi xmlns:a14="http://schemas.microsoft.com/office/drawing/2010/main" val="0"/>
              </a:ext>
            </a:extLst>
          </a:blip>
          <a:srcRect l="246" t="32001" r="966" b="51674"/>
          <a:stretch>
            <a:fillRect/>
          </a:stretch>
        </p:blipFill>
        <p:spPr>
          <a:xfrm>
            <a:off x="327781" y="1788092"/>
            <a:ext cx="11536438" cy="4820331"/>
          </a:xfrm>
          <a:prstGeom prst="rect">
            <a:avLst/>
          </a:prstGeom>
        </p:spPr>
      </p:pic>
    </p:spTree>
    <p:extLst>
      <p:ext uri="{BB962C8B-B14F-4D97-AF65-F5344CB8AC3E}">
        <p14:creationId xmlns:p14="http://schemas.microsoft.com/office/powerpoint/2010/main" val="403151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9A3AD-E32F-3335-81BA-3EE1946E34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E5C2C9-AFE5-2603-5AC4-A4E1C6F5B869}"/>
              </a:ext>
            </a:extLst>
          </p:cNvPr>
          <p:cNvSpPr>
            <a:spLocks noGrp="1"/>
          </p:cNvSpPr>
          <p:nvPr>
            <p:ph type="title"/>
          </p:nvPr>
        </p:nvSpPr>
        <p:spPr/>
        <p:txBody>
          <a:bodyPr/>
          <a:lstStyle/>
          <a:p>
            <a:r>
              <a:rPr lang="en-IN" b="1" dirty="0"/>
              <a:t>4. Screenshots with Explanation</a:t>
            </a:r>
          </a:p>
        </p:txBody>
      </p:sp>
      <p:sp>
        <p:nvSpPr>
          <p:cNvPr id="3" name="Content Placeholder 2">
            <a:extLst>
              <a:ext uri="{FF2B5EF4-FFF2-40B4-BE49-F238E27FC236}">
                <a16:creationId xmlns:a16="http://schemas.microsoft.com/office/drawing/2014/main" id="{D02BE4EC-7E1F-05DB-9F94-5D5D5B0C6363}"/>
              </a:ext>
            </a:extLst>
          </p:cNvPr>
          <p:cNvSpPr>
            <a:spLocks noGrp="1"/>
          </p:cNvSpPr>
          <p:nvPr>
            <p:ph idx="1"/>
          </p:nvPr>
        </p:nvSpPr>
        <p:spPr>
          <a:xfrm>
            <a:off x="677334" y="1270000"/>
            <a:ext cx="8596668" cy="364897"/>
          </a:xfrm>
        </p:spPr>
        <p:txBody>
          <a:bodyPr>
            <a:normAutofit fontScale="92500" lnSpcReduction="10000"/>
          </a:bodyPr>
          <a:lstStyle/>
          <a:p>
            <a:r>
              <a:rPr lang="en-US" dirty="0"/>
              <a:t>1. Code Screenshot 4</a:t>
            </a:r>
            <a:endParaRPr lang="en-IN" dirty="0"/>
          </a:p>
        </p:txBody>
      </p:sp>
      <p:pic>
        <p:nvPicPr>
          <p:cNvPr id="8" name="Picture 7">
            <a:extLst>
              <a:ext uri="{FF2B5EF4-FFF2-40B4-BE49-F238E27FC236}">
                <a16:creationId xmlns:a16="http://schemas.microsoft.com/office/drawing/2014/main" id="{DC83482C-3390-EA44-7524-2DF327329133}"/>
              </a:ext>
            </a:extLst>
          </p:cNvPr>
          <p:cNvPicPr>
            <a:picLocks noChangeAspect="1"/>
          </p:cNvPicPr>
          <p:nvPr/>
        </p:nvPicPr>
        <p:blipFill>
          <a:blip r:embed="rId2">
            <a:extLst>
              <a:ext uri="{28A0092B-C50C-407E-A947-70E740481C1C}">
                <a14:useLocalDpi xmlns:a14="http://schemas.microsoft.com/office/drawing/2010/main" val="0"/>
              </a:ext>
            </a:extLst>
          </a:blip>
          <a:srcRect l="606" t="49107" r="606" b="34568"/>
          <a:stretch>
            <a:fillRect/>
          </a:stretch>
        </p:blipFill>
        <p:spPr>
          <a:xfrm>
            <a:off x="327781" y="1853248"/>
            <a:ext cx="11536438" cy="4820331"/>
          </a:xfrm>
          <a:prstGeom prst="rect">
            <a:avLst/>
          </a:prstGeom>
        </p:spPr>
      </p:pic>
    </p:spTree>
    <p:extLst>
      <p:ext uri="{BB962C8B-B14F-4D97-AF65-F5344CB8AC3E}">
        <p14:creationId xmlns:p14="http://schemas.microsoft.com/office/powerpoint/2010/main" val="4967659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3A647-4D07-D924-58CC-B16BA3037D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90D95A-4F40-7AB0-6FF7-051F500BCC89}"/>
              </a:ext>
            </a:extLst>
          </p:cNvPr>
          <p:cNvSpPr>
            <a:spLocks noGrp="1"/>
          </p:cNvSpPr>
          <p:nvPr>
            <p:ph type="title"/>
          </p:nvPr>
        </p:nvSpPr>
        <p:spPr/>
        <p:txBody>
          <a:bodyPr/>
          <a:lstStyle/>
          <a:p>
            <a:r>
              <a:rPr lang="en-IN" b="1" dirty="0"/>
              <a:t>4. Screenshots with Explanation</a:t>
            </a:r>
          </a:p>
        </p:txBody>
      </p:sp>
      <p:sp>
        <p:nvSpPr>
          <p:cNvPr id="3" name="Content Placeholder 2">
            <a:extLst>
              <a:ext uri="{FF2B5EF4-FFF2-40B4-BE49-F238E27FC236}">
                <a16:creationId xmlns:a16="http://schemas.microsoft.com/office/drawing/2014/main" id="{92763D37-6C48-4E70-02E5-732C74FC5153}"/>
              </a:ext>
            </a:extLst>
          </p:cNvPr>
          <p:cNvSpPr>
            <a:spLocks noGrp="1"/>
          </p:cNvSpPr>
          <p:nvPr>
            <p:ph idx="1"/>
          </p:nvPr>
        </p:nvSpPr>
        <p:spPr>
          <a:xfrm>
            <a:off x="677334" y="1270000"/>
            <a:ext cx="8596668" cy="364897"/>
          </a:xfrm>
        </p:spPr>
        <p:txBody>
          <a:bodyPr>
            <a:normAutofit fontScale="92500" lnSpcReduction="10000"/>
          </a:bodyPr>
          <a:lstStyle/>
          <a:p>
            <a:r>
              <a:rPr lang="en-US" dirty="0"/>
              <a:t>1. Code Screenshot 5</a:t>
            </a:r>
            <a:endParaRPr lang="en-IN" dirty="0"/>
          </a:p>
        </p:txBody>
      </p:sp>
      <p:pic>
        <p:nvPicPr>
          <p:cNvPr id="8" name="Picture 7">
            <a:extLst>
              <a:ext uri="{FF2B5EF4-FFF2-40B4-BE49-F238E27FC236}">
                <a16:creationId xmlns:a16="http://schemas.microsoft.com/office/drawing/2014/main" id="{84BCD96E-B5F0-7EDF-5421-433C2F18BC19}"/>
              </a:ext>
            </a:extLst>
          </p:cNvPr>
          <p:cNvPicPr>
            <a:picLocks noChangeAspect="1"/>
          </p:cNvPicPr>
          <p:nvPr/>
        </p:nvPicPr>
        <p:blipFill>
          <a:blip r:embed="rId2">
            <a:extLst>
              <a:ext uri="{28A0092B-C50C-407E-A947-70E740481C1C}">
                <a14:useLocalDpi xmlns:a14="http://schemas.microsoft.com/office/drawing/2010/main" val="0"/>
              </a:ext>
            </a:extLst>
          </a:blip>
          <a:srcRect l="2470" t="63669" r="-1258" b="20006"/>
          <a:stretch>
            <a:fillRect/>
          </a:stretch>
        </p:blipFill>
        <p:spPr>
          <a:xfrm>
            <a:off x="526368" y="1853248"/>
            <a:ext cx="11536438" cy="4820331"/>
          </a:xfrm>
          <a:prstGeom prst="rect">
            <a:avLst/>
          </a:prstGeom>
        </p:spPr>
      </p:pic>
    </p:spTree>
    <p:extLst>
      <p:ext uri="{BB962C8B-B14F-4D97-AF65-F5344CB8AC3E}">
        <p14:creationId xmlns:p14="http://schemas.microsoft.com/office/powerpoint/2010/main" val="31370576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14958-2A66-8F7D-5BD6-D968D7438C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24D2D8-AC0F-5EA9-F35D-B2D912CD7315}"/>
              </a:ext>
            </a:extLst>
          </p:cNvPr>
          <p:cNvSpPr>
            <a:spLocks noGrp="1"/>
          </p:cNvSpPr>
          <p:nvPr>
            <p:ph type="title"/>
          </p:nvPr>
        </p:nvSpPr>
        <p:spPr/>
        <p:txBody>
          <a:bodyPr/>
          <a:lstStyle/>
          <a:p>
            <a:r>
              <a:rPr lang="en-IN" b="1" dirty="0"/>
              <a:t>4. Screenshots with Explanation</a:t>
            </a:r>
          </a:p>
        </p:txBody>
      </p:sp>
      <p:sp>
        <p:nvSpPr>
          <p:cNvPr id="3" name="Content Placeholder 2">
            <a:extLst>
              <a:ext uri="{FF2B5EF4-FFF2-40B4-BE49-F238E27FC236}">
                <a16:creationId xmlns:a16="http://schemas.microsoft.com/office/drawing/2014/main" id="{91A73D13-CDCD-C255-3E15-33571616A604}"/>
              </a:ext>
            </a:extLst>
          </p:cNvPr>
          <p:cNvSpPr>
            <a:spLocks noGrp="1"/>
          </p:cNvSpPr>
          <p:nvPr>
            <p:ph idx="1"/>
          </p:nvPr>
        </p:nvSpPr>
        <p:spPr>
          <a:xfrm>
            <a:off x="677334" y="1270000"/>
            <a:ext cx="8596668" cy="364897"/>
          </a:xfrm>
        </p:spPr>
        <p:txBody>
          <a:bodyPr>
            <a:normAutofit fontScale="92500" lnSpcReduction="10000"/>
          </a:bodyPr>
          <a:lstStyle/>
          <a:p>
            <a:r>
              <a:rPr lang="en-US" dirty="0"/>
              <a:t>1. Code Screenshot 6</a:t>
            </a:r>
            <a:endParaRPr lang="en-IN" dirty="0"/>
          </a:p>
        </p:txBody>
      </p:sp>
      <p:pic>
        <p:nvPicPr>
          <p:cNvPr id="8" name="Picture 7">
            <a:extLst>
              <a:ext uri="{FF2B5EF4-FFF2-40B4-BE49-F238E27FC236}">
                <a16:creationId xmlns:a16="http://schemas.microsoft.com/office/drawing/2014/main" id="{E9AA78D3-1046-0240-99D7-18A39E6DA210}"/>
              </a:ext>
            </a:extLst>
          </p:cNvPr>
          <p:cNvPicPr>
            <a:picLocks noChangeAspect="1"/>
          </p:cNvPicPr>
          <p:nvPr/>
        </p:nvPicPr>
        <p:blipFill>
          <a:blip r:embed="rId2">
            <a:extLst>
              <a:ext uri="{28A0092B-C50C-407E-A947-70E740481C1C}">
                <a14:useLocalDpi xmlns:a14="http://schemas.microsoft.com/office/drawing/2010/main" val="0"/>
              </a:ext>
            </a:extLst>
          </a:blip>
          <a:srcRect l="3486" t="81075" r="-2274" b="1973"/>
          <a:stretch>
            <a:fillRect/>
          </a:stretch>
        </p:blipFill>
        <p:spPr>
          <a:xfrm>
            <a:off x="437848" y="1634897"/>
            <a:ext cx="11536438" cy="5005389"/>
          </a:xfrm>
          <a:prstGeom prst="rect">
            <a:avLst/>
          </a:prstGeom>
        </p:spPr>
      </p:pic>
    </p:spTree>
    <p:extLst>
      <p:ext uri="{BB962C8B-B14F-4D97-AF65-F5344CB8AC3E}">
        <p14:creationId xmlns:p14="http://schemas.microsoft.com/office/powerpoint/2010/main" val="34107471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4C162-2A88-D7ED-0C8B-22AD9E5877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155066-3DF9-E9AF-B9EF-18A575B8C1A2}"/>
              </a:ext>
            </a:extLst>
          </p:cNvPr>
          <p:cNvSpPr>
            <a:spLocks noGrp="1"/>
          </p:cNvSpPr>
          <p:nvPr>
            <p:ph type="title"/>
          </p:nvPr>
        </p:nvSpPr>
        <p:spPr/>
        <p:txBody>
          <a:bodyPr/>
          <a:lstStyle/>
          <a:p>
            <a:r>
              <a:rPr lang="en-IN" b="1" dirty="0"/>
              <a:t>4. Screenshots with Explanation</a:t>
            </a:r>
          </a:p>
        </p:txBody>
      </p:sp>
      <p:sp>
        <p:nvSpPr>
          <p:cNvPr id="3" name="Content Placeholder 2">
            <a:extLst>
              <a:ext uri="{FF2B5EF4-FFF2-40B4-BE49-F238E27FC236}">
                <a16:creationId xmlns:a16="http://schemas.microsoft.com/office/drawing/2014/main" id="{DD4ADAD8-2967-B4F9-09D8-5CC0B13970F2}"/>
              </a:ext>
            </a:extLst>
          </p:cNvPr>
          <p:cNvSpPr>
            <a:spLocks noGrp="1"/>
          </p:cNvSpPr>
          <p:nvPr>
            <p:ph idx="1"/>
          </p:nvPr>
        </p:nvSpPr>
        <p:spPr>
          <a:xfrm>
            <a:off x="677334" y="1270000"/>
            <a:ext cx="8596668" cy="364897"/>
          </a:xfrm>
        </p:spPr>
        <p:txBody>
          <a:bodyPr>
            <a:normAutofit fontScale="92500" lnSpcReduction="10000"/>
          </a:bodyPr>
          <a:lstStyle/>
          <a:p>
            <a:r>
              <a:rPr lang="en-US" dirty="0"/>
              <a:t>2. Output 2.1</a:t>
            </a:r>
            <a:endParaRPr lang="en-IN" dirty="0"/>
          </a:p>
        </p:txBody>
      </p:sp>
      <p:pic>
        <p:nvPicPr>
          <p:cNvPr id="8" name="Picture 7">
            <a:extLst>
              <a:ext uri="{FF2B5EF4-FFF2-40B4-BE49-F238E27FC236}">
                <a16:creationId xmlns:a16="http://schemas.microsoft.com/office/drawing/2014/main" id="{214EFD99-6682-2F02-D5CA-2BAF628D3CD9}"/>
              </a:ext>
            </a:extLst>
          </p:cNvPr>
          <p:cNvPicPr>
            <a:picLocks noChangeAspect="1"/>
          </p:cNvPicPr>
          <p:nvPr/>
        </p:nvPicPr>
        <p:blipFill>
          <a:blip r:embed="rId2">
            <a:extLst>
              <a:ext uri="{28A0092B-C50C-407E-A947-70E740481C1C}">
                <a14:useLocalDpi xmlns:a14="http://schemas.microsoft.com/office/drawing/2010/main" val="0"/>
              </a:ext>
            </a:extLst>
          </a:blip>
          <a:srcRect l="2679" r="2679"/>
          <a:stretch/>
        </p:blipFill>
        <p:spPr>
          <a:xfrm>
            <a:off x="327781" y="1765525"/>
            <a:ext cx="11536438" cy="5005389"/>
          </a:xfrm>
          <a:prstGeom prst="rect">
            <a:avLst/>
          </a:prstGeom>
        </p:spPr>
      </p:pic>
    </p:spTree>
    <p:extLst>
      <p:ext uri="{BB962C8B-B14F-4D97-AF65-F5344CB8AC3E}">
        <p14:creationId xmlns:p14="http://schemas.microsoft.com/office/powerpoint/2010/main" val="34171410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23B1F-2ADC-E61C-62D2-3BE50BBBE7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4C3055-EE33-9E6C-A9DF-1A7A80AC1527}"/>
              </a:ext>
            </a:extLst>
          </p:cNvPr>
          <p:cNvSpPr>
            <a:spLocks noGrp="1"/>
          </p:cNvSpPr>
          <p:nvPr>
            <p:ph type="title"/>
          </p:nvPr>
        </p:nvSpPr>
        <p:spPr/>
        <p:txBody>
          <a:bodyPr/>
          <a:lstStyle/>
          <a:p>
            <a:r>
              <a:rPr lang="en-IN" b="1" dirty="0"/>
              <a:t>4. Screenshots with Explanation</a:t>
            </a:r>
          </a:p>
        </p:txBody>
      </p:sp>
      <p:sp>
        <p:nvSpPr>
          <p:cNvPr id="3" name="Content Placeholder 2">
            <a:extLst>
              <a:ext uri="{FF2B5EF4-FFF2-40B4-BE49-F238E27FC236}">
                <a16:creationId xmlns:a16="http://schemas.microsoft.com/office/drawing/2014/main" id="{A5730429-E7E5-DF11-CB0A-40255EBCE197}"/>
              </a:ext>
            </a:extLst>
          </p:cNvPr>
          <p:cNvSpPr>
            <a:spLocks noGrp="1"/>
          </p:cNvSpPr>
          <p:nvPr>
            <p:ph idx="1"/>
          </p:nvPr>
        </p:nvSpPr>
        <p:spPr>
          <a:xfrm>
            <a:off x="677334" y="1270000"/>
            <a:ext cx="8596668" cy="364897"/>
          </a:xfrm>
        </p:spPr>
        <p:txBody>
          <a:bodyPr>
            <a:normAutofit fontScale="92500" lnSpcReduction="10000"/>
          </a:bodyPr>
          <a:lstStyle/>
          <a:p>
            <a:r>
              <a:rPr lang="en-US" dirty="0"/>
              <a:t>2. Output 2.2</a:t>
            </a:r>
          </a:p>
          <a:p>
            <a:pPr marL="0" indent="0">
              <a:buNone/>
            </a:pPr>
            <a:endParaRPr lang="en-IN" dirty="0"/>
          </a:p>
        </p:txBody>
      </p:sp>
      <p:pic>
        <p:nvPicPr>
          <p:cNvPr id="8" name="Picture 7">
            <a:extLst>
              <a:ext uri="{FF2B5EF4-FFF2-40B4-BE49-F238E27FC236}">
                <a16:creationId xmlns:a16="http://schemas.microsoft.com/office/drawing/2014/main" id="{D322FCAD-F2C6-726F-89FF-2E48FB270D55}"/>
              </a:ext>
            </a:extLst>
          </p:cNvPr>
          <p:cNvPicPr>
            <a:picLocks noChangeAspect="1"/>
          </p:cNvPicPr>
          <p:nvPr/>
        </p:nvPicPr>
        <p:blipFill>
          <a:blip r:embed="rId2">
            <a:extLst>
              <a:ext uri="{28A0092B-C50C-407E-A947-70E740481C1C}">
                <a14:useLocalDpi xmlns:a14="http://schemas.microsoft.com/office/drawing/2010/main" val="0"/>
              </a:ext>
            </a:extLst>
          </a:blip>
          <a:srcRect l="3219" r="3219"/>
          <a:stretch/>
        </p:blipFill>
        <p:spPr>
          <a:xfrm>
            <a:off x="327781" y="1765525"/>
            <a:ext cx="11536438" cy="5005389"/>
          </a:xfrm>
          <a:prstGeom prst="rect">
            <a:avLst/>
          </a:prstGeom>
        </p:spPr>
      </p:pic>
    </p:spTree>
    <p:extLst>
      <p:ext uri="{BB962C8B-B14F-4D97-AF65-F5344CB8AC3E}">
        <p14:creationId xmlns:p14="http://schemas.microsoft.com/office/powerpoint/2010/main" val="1950518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9270D-1F2B-3D5C-7AF9-FC85488E5B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1F4D7F-8DA7-6A90-8CBB-33692C066583}"/>
              </a:ext>
            </a:extLst>
          </p:cNvPr>
          <p:cNvSpPr>
            <a:spLocks noGrp="1"/>
          </p:cNvSpPr>
          <p:nvPr>
            <p:ph type="title"/>
          </p:nvPr>
        </p:nvSpPr>
        <p:spPr/>
        <p:txBody>
          <a:bodyPr/>
          <a:lstStyle/>
          <a:p>
            <a:r>
              <a:rPr lang="en-IN" b="1" dirty="0"/>
              <a:t>4. Screenshots with Explanation</a:t>
            </a:r>
          </a:p>
        </p:txBody>
      </p:sp>
      <p:sp>
        <p:nvSpPr>
          <p:cNvPr id="3" name="Content Placeholder 2">
            <a:extLst>
              <a:ext uri="{FF2B5EF4-FFF2-40B4-BE49-F238E27FC236}">
                <a16:creationId xmlns:a16="http://schemas.microsoft.com/office/drawing/2014/main" id="{7796EFA8-0B82-37D5-F1A4-B7BBE9752D9B}"/>
              </a:ext>
            </a:extLst>
          </p:cNvPr>
          <p:cNvSpPr>
            <a:spLocks noGrp="1"/>
          </p:cNvSpPr>
          <p:nvPr>
            <p:ph idx="1"/>
          </p:nvPr>
        </p:nvSpPr>
        <p:spPr>
          <a:xfrm>
            <a:off x="646111" y="1259115"/>
            <a:ext cx="8596668" cy="364897"/>
          </a:xfrm>
        </p:spPr>
        <p:txBody>
          <a:bodyPr>
            <a:normAutofit fontScale="92500" lnSpcReduction="10000"/>
          </a:bodyPr>
          <a:lstStyle/>
          <a:p>
            <a:r>
              <a:rPr lang="en-US" dirty="0"/>
              <a:t>2. Output 2.3</a:t>
            </a:r>
            <a:endParaRPr lang="en-IN" dirty="0"/>
          </a:p>
        </p:txBody>
      </p:sp>
      <p:pic>
        <p:nvPicPr>
          <p:cNvPr id="8" name="Picture 7">
            <a:extLst>
              <a:ext uri="{FF2B5EF4-FFF2-40B4-BE49-F238E27FC236}">
                <a16:creationId xmlns:a16="http://schemas.microsoft.com/office/drawing/2014/main" id="{A23BF310-35A5-5073-6C45-FDB3F2BA70DA}"/>
              </a:ext>
            </a:extLst>
          </p:cNvPr>
          <p:cNvPicPr>
            <a:picLocks noChangeAspect="1"/>
          </p:cNvPicPr>
          <p:nvPr/>
        </p:nvPicPr>
        <p:blipFill>
          <a:blip r:embed="rId2">
            <a:extLst>
              <a:ext uri="{28A0092B-C50C-407E-A947-70E740481C1C}">
                <a14:useLocalDpi xmlns:a14="http://schemas.microsoft.com/office/drawing/2010/main" val="0"/>
              </a:ext>
            </a:extLst>
          </a:blip>
          <a:srcRect l="75" t="1753" r="30142" b="-1753"/>
          <a:stretch>
            <a:fillRect/>
          </a:stretch>
        </p:blipFill>
        <p:spPr>
          <a:xfrm>
            <a:off x="646111" y="1744390"/>
            <a:ext cx="9295191" cy="5005389"/>
          </a:xfrm>
          <a:prstGeom prst="rect">
            <a:avLst/>
          </a:prstGeom>
        </p:spPr>
      </p:pic>
    </p:spTree>
    <p:extLst>
      <p:ext uri="{BB962C8B-B14F-4D97-AF65-F5344CB8AC3E}">
        <p14:creationId xmlns:p14="http://schemas.microsoft.com/office/powerpoint/2010/main" val="7003806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868C0-AFD1-503B-0608-C1ED502BF9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70CE36-7200-0EDE-2069-9B937151ADE0}"/>
              </a:ext>
            </a:extLst>
          </p:cNvPr>
          <p:cNvSpPr>
            <a:spLocks noGrp="1"/>
          </p:cNvSpPr>
          <p:nvPr>
            <p:ph type="title"/>
          </p:nvPr>
        </p:nvSpPr>
        <p:spPr/>
        <p:txBody>
          <a:bodyPr/>
          <a:lstStyle/>
          <a:p>
            <a:r>
              <a:rPr lang="en-IN" b="1" dirty="0"/>
              <a:t>4. Screenshots with Explanation</a:t>
            </a:r>
          </a:p>
        </p:txBody>
      </p:sp>
      <p:sp>
        <p:nvSpPr>
          <p:cNvPr id="3" name="Content Placeholder 2">
            <a:extLst>
              <a:ext uri="{FF2B5EF4-FFF2-40B4-BE49-F238E27FC236}">
                <a16:creationId xmlns:a16="http://schemas.microsoft.com/office/drawing/2014/main" id="{86624B04-30EA-4537-E9CB-E78C52FA0B75}"/>
              </a:ext>
            </a:extLst>
          </p:cNvPr>
          <p:cNvSpPr>
            <a:spLocks noGrp="1"/>
          </p:cNvSpPr>
          <p:nvPr>
            <p:ph idx="1"/>
          </p:nvPr>
        </p:nvSpPr>
        <p:spPr>
          <a:xfrm>
            <a:off x="677334" y="1270000"/>
            <a:ext cx="8596668" cy="364897"/>
          </a:xfrm>
        </p:spPr>
        <p:txBody>
          <a:bodyPr>
            <a:normAutofit fontScale="92500" lnSpcReduction="10000"/>
          </a:bodyPr>
          <a:lstStyle/>
          <a:p>
            <a:r>
              <a:rPr lang="en-US" dirty="0"/>
              <a:t>2. Output 2.4</a:t>
            </a:r>
            <a:endParaRPr lang="en-IN" dirty="0"/>
          </a:p>
        </p:txBody>
      </p:sp>
      <p:pic>
        <p:nvPicPr>
          <p:cNvPr id="8" name="Picture 7">
            <a:extLst>
              <a:ext uri="{FF2B5EF4-FFF2-40B4-BE49-F238E27FC236}">
                <a16:creationId xmlns:a16="http://schemas.microsoft.com/office/drawing/2014/main" id="{04E10304-37EA-D931-97A0-BE950871F24C}"/>
              </a:ext>
            </a:extLst>
          </p:cNvPr>
          <p:cNvPicPr>
            <a:picLocks noChangeAspect="1"/>
          </p:cNvPicPr>
          <p:nvPr/>
        </p:nvPicPr>
        <p:blipFill>
          <a:blip r:embed="rId2">
            <a:extLst>
              <a:ext uri="{28A0092B-C50C-407E-A947-70E740481C1C}">
                <a14:useLocalDpi xmlns:a14="http://schemas.microsoft.com/office/drawing/2010/main" val="0"/>
              </a:ext>
            </a:extLst>
          </a:blip>
          <a:srcRect l="10676" r="10676"/>
          <a:stretch/>
        </p:blipFill>
        <p:spPr>
          <a:xfrm>
            <a:off x="327781" y="1765525"/>
            <a:ext cx="11536438" cy="5005389"/>
          </a:xfrm>
          <a:prstGeom prst="rect">
            <a:avLst/>
          </a:prstGeom>
        </p:spPr>
      </p:pic>
    </p:spTree>
    <p:extLst>
      <p:ext uri="{BB962C8B-B14F-4D97-AF65-F5344CB8AC3E}">
        <p14:creationId xmlns:p14="http://schemas.microsoft.com/office/powerpoint/2010/main" val="16872427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EC61E-241B-F121-C485-834FD5C501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73C079-4F62-5440-DB69-FB54F56646C2}"/>
              </a:ext>
            </a:extLst>
          </p:cNvPr>
          <p:cNvSpPr>
            <a:spLocks noGrp="1"/>
          </p:cNvSpPr>
          <p:nvPr>
            <p:ph type="title"/>
          </p:nvPr>
        </p:nvSpPr>
        <p:spPr/>
        <p:txBody>
          <a:bodyPr/>
          <a:lstStyle/>
          <a:p>
            <a:r>
              <a:rPr lang="en-IN" b="1" dirty="0"/>
              <a:t>4. Screenshots with Explanation</a:t>
            </a:r>
          </a:p>
        </p:txBody>
      </p:sp>
      <p:sp>
        <p:nvSpPr>
          <p:cNvPr id="3" name="Content Placeholder 2">
            <a:extLst>
              <a:ext uri="{FF2B5EF4-FFF2-40B4-BE49-F238E27FC236}">
                <a16:creationId xmlns:a16="http://schemas.microsoft.com/office/drawing/2014/main" id="{617C7E0C-257B-0614-BCF0-BCC6F8ADF932}"/>
              </a:ext>
            </a:extLst>
          </p:cNvPr>
          <p:cNvSpPr>
            <a:spLocks noGrp="1"/>
          </p:cNvSpPr>
          <p:nvPr>
            <p:ph idx="1"/>
          </p:nvPr>
        </p:nvSpPr>
        <p:spPr>
          <a:xfrm>
            <a:off x="677334" y="1270000"/>
            <a:ext cx="8596668" cy="364897"/>
          </a:xfrm>
        </p:spPr>
        <p:txBody>
          <a:bodyPr>
            <a:normAutofit fontScale="92500" lnSpcReduction="10000"/>
          </a:bodyPr>
          <a:lstStyle/>
          <a:p>
            <a:r>
              <a:rPr lang="en-US" dirty="0"/>
              <a:t>2. Output 2.5</a:t>
            </a:r>
            <a:endParaRPr lang="en-IN" dirty="0"/>
          </a:p>
        </p:txBody>
      </p:sp>
      <p:pic>
        <p:nvPicPr>
          <p:cNvPr id="8" name="Picture 7">
            <a:extLst>
              <a:ext uri="{FF2B5EF4-FFF2-40B4-BE49-F238E27FC236}">
                <a16:creationId xmlns:a16="http://schemas.microsoft.com/office/drawing/2014/main" id="{712560F3-1F71-B1E0-DC19-4FF28E139149}"/>
              </a:ext>
            </a:extLst>
          </p:cNvPr>
          <p:cNvPicPr>
            <a:picLocks noChangeAspect="1"/>
          </p:cNvPicPr>
          <p:nvPr/>
        </p:nvPicPr>
        <p:blipFill>
          <a:blip r:embed="rId2">
            <a:extLst>
              <a:ext uri="{28A0092B-C50C-407E-A947-70E740481C1C}">
                <a14:useLocalDpi xmlns:a14="http://schemas.microsoft.com/office/drawing/2010/main" val="0"/>
              </a:ext>
            </a:extLst>
          </a:blip>
          <a:srcRect l="10366" r="10366"/>
          <a:stretch/>
        </p:blipFill>
        <p:spPr>
          <a:xfrm>
            <a:off x="327781" y="1765525"/>
            <a:ext cx="11536438" cy="5005389"/>
          </a:xfrm>
          <a:prstGeom prst="rect">
            <a:avLst/>
          </a:prstGeom>
        </p:spPr>
      </p:pic>
    </p:spTree>
    <p:extLst>
      <p:ext uri="{BB962C8B-B14F-4D97-AF65-F5344CB8AC3E}">
        <p14:creationId xmlns:p14="http://schemas.microsoft.com/office/powerpoint/2010/main" val="27265649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471AC-0BED-55B9-47BB-EA47ADFD8A0B}"/>
              </a:ext>
            </a:extLst>
          </p:cNvPr>
          <p:cNvSpPr>
            <a:spLocks noGrp="1"/>
          </p:cNvSpPr>
          <p:nvPr>
            <p:ph type="title"/>
          </p:nvPr>
        </p:nvSpPr>
        <p:spPr/>
        <p:txBody>
          <a:bodyPr/>
          <a:lstStyle/>
          <a:p>
            <a:r>
              <a:rPr lang="en-IN" b="1" dirty="0"/>
              <a:t>5. Project Links</a:t>
            </a:r>
          </a:p>
        </p:txBody>
      </p:sp>
      <p:sp>
        <p:nvSpPr>
          <p:cNvPr id="3" name="Content Placeholder 2">
            <a:extLst>
              <a:ext uri="{FF2B5EF4-FFF2-40B4-BE49-F238E27FC236}">
                <a16:creationId xmlns:a16="http://schemas.microsoft.com/office/drawing/2014/main" id="{532B6D0D-2F4F-D046-DF31-BAEA6D0F6457}"/>
              </a:ext>
            </a:extLst>
          </p:cNvPr>
          <p:cNvSpPr>
            <a:spLocks noGrp="1"/>
          </p:cNvSpPr>
          <p:nvPr>
            <p:ph idx="1"/>
          </p:nvPr>
        </p:nvSpPr>
        <p:spPr/>
        <p:txBody>
          <a:bodyPr/>
          <a:lstStyle/>
          <a:p>
            <a:r>
              <a:rPr lang="en-US" b="1" dirty="0"/>
              <a:t>Github Link:</a:t>
            </a:r>
            <a:r>
              <a:rPr lang="en-US" dirty="0"/>
              <a:t> </a:t>
            </a:r>
            <a:r>
              <a:rPr lang="en-US" dirty="0">
                <a:hlinkClick r:id="rId2"/>
              </a:rPr>
              <a:t>https://github.com/ranejai954/lenovo-ai-internship-prerequisite-milestone-5-assignment-chatbot</a:t>
            </a:r>
            <a:endParaRPr lang="en-US" dirty="0"/>
          </a:p>
          <a:p>
            <a:r>
              <a:rPr lang="en-US" b="1" dirty="0"/>
              <a:t>Development Platform:</a:t>
            </a:r>
            <a:r>
              <a:rPr lang="en-US" dirty="0"/>
              <a:t> Visual Studio Code IDE Local Environment.</a:t>
            </a:r>
          </a:p>
        </p:txBody>
      </p:sp>
    </p:spTree>
    <p:extLst>
      <p:ext uri="{BB962C8B-B14F-4D97-AF65-F5344CB8AC3E}">
        <p14:creationId xmlns:p14="http://schemas.microsoft.com/office/powerpoint/2010/main" val="24368276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79C3D-3EB4-5877-27EF-07F0C1279291}"/>
              </a:ext>
            </a:extLst>
          </p:cNvPr>
          <p:cNvSpPr>
            <a:spLocks noGrp="1"/>
          </p:cNvSpPr>
          <p:nvPr>
            <p:ph type="title"/>
          </p:nvPr>
        </p:nvSpPr>
        <p:spPr>
          <a:xfrm>
            <a:off x="646111" y="452718"/>
            <a:ext cx="9404723" cy="799139"/>
          </a:xfrm>
        </p:spPr>
        <p:txBody>
          <a:bodyPr/>
          <a:lstStyle/>
          <a:p>
            <a:r>
              <a:rPr lang="en-IN" b="1" dirty="0"/>
              <a:t>6. Conclusion &amp; Summary</a:t>
            </a:r>
          </a:p>
        </p:txBody>
      </p:sp>
      <p:sp>
        <p:nvSpPr>
          <p:cNvPr id="3" name="Content Placeholder 2">
            <a:extLst>
              <a:ext uri="{FF2B5EF4-FFF2-40B4-BE49-F238E27FC236}">
                <a16:creationId xmlns:a16="http://schemas.microsoft.com/office/drawing/2014/main" id="{B5D9A52B-1FFA-2F51-1D0B-E69BBB7BB0C9}"/>
              </a:ext>
            </a:extLst>
          </p:cNvPr>
          <p:cNvSpPr>
            <a:spLocks noGrp="1"/>
          </p:cNvSpPr>
          <p:nvPr>
            <p:ph idx="1"/>
          </p:nvPr>
        </p:nvSpPr>
        <p:spPr>
          <a:xfrm>
            <a:off x="740229" y="1251857"/>
            <a:ext cx="9404723" cy="5355771"/>
          </a:xfrm>
        </p:spPr>
        <p:txBody>
          <a:bodyPr>
            <a:normAutofit lnSpcReduction="10000"/>
          </a:bodyPr>
          <a:lstStyle/>
          <a:p>
            <a:r>
              <a:rPr lang="en-US" b="1" dirty="0"/>
              <a:t>Project Outcomes:</a:t>
            </a:r>
            <a:r>
              <a:rPr lang="en-US" dirty="0"/>
              <a:t> The project successfully demonstrates the creation of a working desktop graphical user interface (GUI) application that tracks user clicks and returns appropriate contextual statements. The chatbot handles layout allocation frames cleanly and avoids loop crashes by handling user exits gracefully. </a:t>
            </a:r>
          </a:p>
          <a:p>
            <a:pPr marL="0" indent="0">
              <a:buNone/>
            </a:pPr>
            <a:endParaRPr lang="en-US" dirty="0"/>
          </a:p>
          <a:p>
            <a:r>
              <a:rPr lang="en-IN" dirty="0"/>
              <a:t>Key Learnings:</a:t>
            </a:r>
          </a:p>
          <a:p>
            <a:pPr marL="457200" indent="-457200">
              <a:buFont typeface="+mj-lt"/>
              <a:buAutoNum type="arabicPeriod"/>
            </a:pPr>
            <a:r>
              <a:rPr lang="en-US" b="1" dirty="0"/>
              <a:t>GUI Frameworks:</a:t>
            </a:r>
            <a:r>
              <a:rPr lang="en-US" dirty="0"/>
              <a:t> Learned how to create visual elements, window geometry sizes, and layout frames using Python's native Tkinter tools.</a:t>
            </a:r>
          </a:p>
          <a:p>
            <a:pPr marL="457200" indent="-457200">
              <a:buFont typeface="+mj-lt"/>
              <a:buAutoNum type="arabicPeriod"/>
            </a:pPr>
            <a:r>
              <a:rPr lang="en-US" b="1" dirty="0"/>
              <a:t>State Control Logic:</a:t>
            </a:r>
            <a:r>
              <a:rPr lang="en-US" dirty="0"/>
              <a:t> Mastered event-driven programming, learning how to change on-screen components immediately when a user triggers buttons.</a:t>
            </a:r>
          </a:p>
          <a:p>
            <a:pPr marL="457200" indent="-457200">
              <a:buFont typeface="+mj-lt"/>
              <a:buAutoNum type="arabicPeriod"/>
            </a:pPr>
            <a:r>
              <a:rPr lang="en-US" b="1" dirty="0"/>
              <a:t>Interface Accessibility:</a:t>
            </a:r>
            <a:r>
              <a:rPr lang="en-US" dirty="0"/>
              <a:t> Discovered that a button-driven GUI provides a much cleaner, error-free user experience compared to an open-ended terminal command box.</a:t>
            </a:r>
            <a:br>
              <a:rPr lang="en-US" dirty="0"/>
            </a:br>
            <a:endParaRPr lang="en-US" dirty="0"/>
          </a:p>
          <a:p>
            <a:pPr marL="0" indent="0">
              <a:buNone/>
            </a:pPr>
            <a:endParaRPr lang="en-US" dirty="0"/>
          </a:p>
          <a:p>
            <a:pPr marL="0" indent="0">
              <a:buNone/>
            </a:pPr>
            <a:endParaRPr lang="en-US" dirty="0"/>
          </a:p>
          <a:p>
            <a:pPr marL="0" indent="0">
              <a:buNone/>
            </a:pPr>
            <a:endParaRPr lang="en-IN" dirty="0"/>
          </a:p>
        </p:txBody>
      </p:sp>
    </p:spTree>
    <p:extLst>
      <p:ext uri="{BB962C8B-B14F-4D97-AF65-F5344CB8AC3E}">
        <p14:creationId xmlns:p14="http://schemas.microsoft.com/office/powerpoint/2010/main" val="265851073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docProps/app.xml><?xml version="1.0" encoding="utf-8"?>
<Properties xmlns="http://schemas.openxmlformats.org/officeDocument/2006/extended-properties" xmlns:vt="http://schemas.openxmlformats.org/officeDocument/2006/docPropsVTypes">
  <Template>Ion</Template>
  <TotalTime>40</TotalTime>
  <Words>539</Words>
  <Application>Microsoft Office PowerPoint</Application>
  <PresentationFormat>Widescreen</PresentationFormat>
  <Paragraphs>64</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Century Gothic</vt:lpstr>
      <vt:lpstr>Google Sans</vt:lpstr>
      <vt:lpstr>Wingdings 3</vt:lpstr>
      <vt:lpstr>Ion</vt:lpstr>
      <vt:lpstr>Project Title: Campus Buddy: An Automated GUI Chatbot for College Campuses </vt:lpstr>
      <vt:lpstr>PowerPoint Presentation</vt:lpstr>
      <vt:lpstr>1. PROJECT SUBMISSION REPORT DETAILS</vt:lpstr>
      <vt:lpstr>2. Project Objective &amp; Description </vt:lpstr>
      <vt:lpstr>3. Technologies Used</vt:lpstr>
      <vt:lpstr>4. Screenshots with Explanation</vt:lpstr>
      <vt:lpstr>4. Screenshots with Explanation</vt:lpstr>
      <vt:lpstr>4. Screenshots with Explanation</vt:lpstr>
      <vt:lpstr>4. Screenshots with Explanation</vt:lpstr>
      <vt:lpstr>4. Screenshots with Explanation</vt:lpstr>
      <vt:lpstr>4. Screenshots with Explanation</vt:lpstr>
      <vt:lpstr>4. Screenshots with Explanation</vt:lpstr>
      <vt:lpstr>4. Screenshots with Explanation</vt:lpstr>
      <vt:lpstr>4. Screenshots with Explanation</vt:lpstr>
      <vt:lpstr>4. Screenshots with Explanation</vt:lpstr>
      <vt:lpstr>4. Screenshots with Explanation</vt:lpstr>
      <vt:lpstr>5. Project Links</vt:lpstr>
      <vt:lpstr>6. Conclusion &amp;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Jai Rane</dc:creator>
  <cp:lastModifiedBy>Jai Rane</cp:lastModifiedBy>
  <cp:revision>1</cp:revision>
  <dcterms:created xsi:type="dcterms:W3CDTF">2026-05-13T10:29:39Z</dcterms:created>
  <dcterms:modified xsi:type="dcterms:W3CDTF">2026-05-13T11:10:27Z</dcterms:modified>
</cp:coreProperties>
</file>